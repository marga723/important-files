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29" autoAdjust="0"/>
    <p:restoredTop sz="94660"/>
  </p:normalViewPr>
  <p:slideViewPr>
    <p:cSldViewPr snapToGrid="0">
      <p:cViewPr varScale="1">
        <p:scale>
          <a:sx n="84" d="100"/>
          <a:sy n="84" d="100"/>
        </p:scale>
        <p:origin x="17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8/24/2024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8/24/2024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8/24/2024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8/24/2024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8/24/2024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8/24/2024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8/24/2024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8/24/2024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8/24/2024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157"/>
            <a:ext cx="2356674" cy="6853096"/>
            <a:chOff x="6627813" y="195610"/>
            <a:chExt cx="1952625" cy="5678141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5610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8/24/2024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58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2">
              <a:lumMod val="7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PH" dirty="0"/>
              <a:t>Why taxation is important Before and Today?</a:t>
            </a:r>
            <a:br>
              <a:rPr lang="en-PH" dirty="0"/>
            </a:br>
            <a:endParaRPr lang="en-PH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6525159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endParaRPr lang="en-PH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PH" sz="2400" dirty="0" smtClean="0"/>
              <a:t>Same principle as </a:t>
            </a:r>
            <a:r>
              <a:rPr lang="en-PH" sz="2400" dirty="0" err="1" smtClean="0"/>
              <a:t>before,the</a:t>
            </a:r>
            <a:r>
              <a:rPr lang="en-PH" sz="2400" dirty="0" smtClean="0"/>
              <a:t> collection of money through taxation is used by the state through the government in their functional similarity </a:t>
            </a:r>
            <a:r>
              <a:rPr lang="en-PH" sz="2400" dirty="0" err="1" smtClean="0"/>
              <a:t>troughout</a:t>
            </a:r>
            <a:r>
              <a:rPr lang="en-PH" sz="2400" dirty="0" smtClean="0"/>
              <a:t> history to carry out many functions like expenditure on </a:t>
            </a:r>
            <a:r>
              <a:rPr lang="en-PH" sz="2400" dirty="0" err="1" smtClean="0"/>
              <a:t>war,the</a:t>
            </a:r>
            <a:r>
              <a:rPr lang="en-PH" sz="2400" dirty="0" smtClean="0"/>
              <a:t> enforcement of law and public </a:t>
            </a:r>
            <a:r>
              <a:rPr lang="en-PH" sz="2400" dirty="0" err="1" smtClean="0"/>
              <a:t>order,protection</a:t>
            </a:r>
            <a:r>
              <a:rPr lang="en-PH" sz="2400" dirty="0" smtClean="0"/>
              <a:t> of </a:t>
            </a:r>
            <a:r>
              <a:rPr lang="en-PH" sz="2400" dirty="0" err="1" smtClean="0"/>
              <a:t>property,economic</a:t>
            </a:r>
            <a:r>
              <a:rPr lang="en-PH" sz="2400" dirty="0" smtClean="0"/>
              <a:t> </a:t>
            </a:r>
            <a:r>
              <a:rPr lang="en-PH" sz="2400" dirty="0" err="1" smtClean="0"/>
              <a:t>infrastructure,public</a:t>
            </a:r>
            <a:r>
              <a:rPr lang="en-PH" sz="2400" dirty="0" smtClean="0"/>
              <a:t> </a:t>
            </a:r>
            <a:r>
              <a:rPr lang="en-PH" sz="2400" dirty="0" err="1" smtClean="0"/>
              <a:t>works,social</a:t>
            </a:r>
            <a:r>
              <a:rPr lang="en-PH" sz="2400" dirty="0" smtClean="0"/>
              <a:t> </a:t>
            </a:r>
            <a:r>
              <a:rPr lang="en-PH" sz="2400" dirty="0" err="1" smtClean="0"/>
              <a:t>engineering,subsidies</a:t>
            </a:r>
            <a:r>
              <a:rPr lang="en-PH" sz="2400" dirty="0" smtClean="0"/>
              <a:t> and the operation of the government itself.</a:t>
            </a:r>
            <a:endParaRPr lang="en-PH" sz="2400" dirty="0"/>
          </a:p>
        </p:txBody>
      </p:sp>
    </p:spTree>
    <p:extLst>
      <p:ext uri="{BB962C8B-B14F-4D97-AF65-F5344CB8AC3E}">
        <p14:creationId xmlns:p14="http://schemas.microsoft.com/office/powerpoint/2010/main" val="42773725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PH" sz="2400" dirty="0" smtClean="0"/>
              <a:t>Government also uses taxes to fund welfare and public </a:t>
            </a:r>
            <a:r>
              <a:rPr lang="en-PH" sz="2400" dirty="0" err="1" smtClean="0"/>
              <a:t>services,these</a:t>
            </a:r>
            <a:r>
              <a:rPr lang="en-PH" sz="2400" dirty="0" smtClean="0"/>
              <a:t> services include education </a:t>
            </a:r>
            <a:r>
              <a:rPr lang="en-PH" sz="2400" dirty="0" err="1" smtClean="0"/>
              <a:t>systems,healthcare</a:t>
            </a:r>
            <a:r>
              <a:rPr lang="en-PH" sz="2400" dirty="0" smtClean="0"/>
              <a:t> </a:t>
            </a:r>
            <a:r>
              <a:rPr lang="en-PH" sz="2400" dirty="0" err="1" smtClean="0"/>
              <a:t>systems,and</a:t>
            </a:r>
            <a:r>
              <a:rPr lang="en-PH" sz="2400" dirty="0" smtClean="0"/>
              <a:t> </a:t>
            </a:r>
            <a:r>
              <a:rPr lang="en-PH" sz="2400" smtClean="0"/>
              <a:t>pensions for </a:t>
            </a:r>
            <a:r>
              <a:rPr lang="en-PH" sz="2400" dirty="0" smtClean="0"/>
              <a:t>the </a:t>
            </a:r>
            <a:r>
              <a:rPr lang="en-PH" sz="2400" dirty="0" err="1" smtClean="0"/>
              <a:t>elderly,benefits</a:t>
            </a:r>
            <a:r>
              <a:rPr lang="en-PH" sz="2400" dirty="0" smtClean="0"/>
              <a:t> for the </a:t>
            </a:r>
            <a:r>
              <a:rPr lang="en-PH" sz="2400" dirty="0" err="1" smtClean="0"/>
              <a:t>unemployed,persons</a:t>
            </a:r>
            <a:r>
              <a:rPr lang="en-PH" sz="2400" dirty="0" smtClean="0"/>
              <a:t> with disability and public transportations. </a:t>
            </a:r>
            <a:r>
              <a:rPr lang="en-PH" sz="2400" dirty="0" err="1" smtClean="0"/>
              <a:t>Energy,water</a:t>
            </a:r>
            <a:r>
              <a:rPr lang="en-PH" sz="2400" dirty="0" smtClean="0"/>
              <a:t> and waste management systems are also common public utilities and these are </a:t>
            </a:r>
            <a:r>
              <a:rPr lang="en-PH" sz="2400" dirty="0" err="1" smtClean="0"/>
              <a:t>whre</a:t>
            </a:r>
            <a:r>
              <a:rPr lang="en-PH" sz="2400" dirty="0" smtClean="0"/>
              <a:t> out taxes go. Even before and today tax is the lifeblood of the government.</a:t>
            </a:r>
            <a:endParaRPr lang="en-PH" sz="2400" dirty="0"/>
          </a:p>
        </p:txBody>
      </p:sp>
    </p:spTree>
    <p:extLst>
      <p:ext uri="{BB962C8B-B14F-4D97-AF65-F5344CB8AC3E}">
        <p14:creationId xmlns:p14="http://schemas.microsoft.com/office/powerpoint/2010/main" val="401489039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2E5369"/>
      </a:dk2>
      <a:lt2>
        <a:srgbClr val="CFE2E7"/>
      </a:lt2>
      <a:accent1>
        <a:srgbClr val="353535"/>
      </a:accent1>
      <a:accent2>
        <a:srgbClr val="31B4E6"/>
      </a:accent2>
      <a:accent3>
        <a:srgbClr val="265991"/>
      </a:accent3>
      <a:accent4>
        <a:srgbClr val="7E40CC"/>
      </a:accent4>
      <a:accent5>
        <a:srgbClr val="B927E9"/>
      </a:accent5>
      <a:accent6>
        <a:srgbClr val="E833BF"/>
      </a:accent6>
      <a:hlink>
        <a:srgbClr val="2DA0F1"/>
      </a:hlink>
      <a:folHlink>
        <a:srgbClr val="7ED1E6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4F34B87B-9C7A-41AE-A6CB-48536223DFF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13</TotalTime>
  <Words>117</Words>
  <Application>Microsoft Office PowerPoint</Application>
  <PresentationFormat>Widescreen</PresentationFormat>
  <Paragraphs>3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Century Gothic</vt:lpstr>
      <vt:lpstr>Wingdings 3</vt:lpstr>
      <vt:lpstr>Wisp</vt:lpstr>
      <vt:lpstr>Why taxation is important Before and Today? </vt:lpstr>
      <vt:lpstr>PowerPoint Presentation</vt:lpstr>
      <vt:lpstr>PowerPoint Presentation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HP</dc:creator>
  <cp:lastModifiedBy>HP</cp:lastModifiedBy>
  <cp:revision>4</cp:revision>
  <dcterms:created xsi:type="dcterms:W3CDTF">2024-08-24T09:29:48Z</dcterms:created>
  <dcterms:modified xsi:type="dcterms:W3CDTF">2024-08-24T09:43:41Z</dcterms:modified>
</cp:coreProperties>
</file>
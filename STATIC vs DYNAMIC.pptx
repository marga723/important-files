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92" r:id="rId3"/>
    <p:sldId id="265" r:id="rId4"/>
    <p:sldId id="277" r:id="rId5"/>
    <p:sldId id="278" r:id="rId6"/>
    <p:sldId id="279" r:id="rId7"/>
    <p:sldId id="288" r:id="rId8"/>
    <p:sldId id="289" r:id="rId9"/>
    <p:sldId id="293" r:id="rId10"/>
    <p:sldId id="294" r:id="rId11"/>
    <p:sldId id="291" r:id="rId12"/>
    <p:sldId id="282" r:id="rId13"/>
    <p:sldId id="283" r:id="rId14"/>
    <p:sldId id="284" r:id="rId15"/>
    <p:sldId id="285" r:id="rId16"/>
    <p:sldId id="290" r:id="rId17"/>
    <p:sldId id="295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1" d="100"/>
          <a:sy n="71" d="100"/>
        </p:scale>
        <p:origin x="696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2/19/2024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2/19/2024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STATIC vs DYNAMIC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2780-6816-4548-8CF6-4A8AA7715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1"/>
                </a:solidFill>
              </a:rPr>
              <a:t>STATIC</a:t>
            </a:r>
            <a:endParaRPr lang="en-PH" sz="60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AFA7C-43A5-4555-A235-267D97ED6F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525948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</a:t>
            </a:r>
            <a:endParaRPr sz="5400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4000" y="1772816"/>
            <a:ext cx="9144000" cy="4267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In computing, "static" refers to something that remains unchanged or fixed during the execution of a program.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In the context of programming languages, "static" can refer to variables, memory allocation, or behavior</a:t>
            </a:r>
            <a:r>
              <a:rPr lang="en-US" sz="3200" dirty="0">
                <a:latin typeface="Arial Rounded MT Bold" panose="020F0704030504030204" pitchFamily="34" charset="0"/>
              </a:rPr>
              <a:t>.</a:t>
            </a:r>
            <a:endParaRPr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FAB0-7B5D-4080-80B3-A86B1EC0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 VARIABLES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A9F35-8D3F-408A-A934-2FC9B96D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These are variables that retain their values throughout the entire execution of a program.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 They are allocated memory when the program starts and hold their values until the program terminates.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Static variables are typically used when a value needs to be shared among multiple instances of a function or when the value should persist across function calls.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790496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2935-D343-4F54-95B8-05C858D1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STATIC MEMORY ALLOCATION</a:t>
            </a:r>
            <a:endParaRPr lang="en-PH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1E24-8376-4E9A-9F02-B54173B2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This refers to the allocation of memory for variables or data structures at compile time, as opposed to dynamic memory allocation, which occurs at runtime.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 Static memory allocation is often used for variables with fixed sizes or lifetimes, such as arrays or global variables.</a:t>
            </a:r>
            <a:endParaRPr lang="en-PH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852164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7AC6-7629-46E3-A9E6-93158824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 BEHAVIOR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1078-EBEA-46AD-9100-5CD10D83C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In some cases, the term "static" is used to describe behavior that is predetermined or fixed, as opposed to dynamic behavior that can change based on external factors or inputs.</a:t>
            </a:r>
            <a:endParaRPr lang="en-PH" sz="36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10889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D2CE-2B3A-4AF3-88E3-4E40E84A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STATIC METHODS AND FUNCTIONS</a:t>
            </a:r>
            <a:endParaRPr lang="en-PH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BD84-F12F-4BA3-A20D-82F23A619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A feature of some programming languages where variables are not assigned a fixed data type at compile time but instead can change their type dynamically during program execution.</a:t>
            </a:r>
            <a:endParaRPr lang="en-PH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862957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2DCE-AAE5-4A5B-AF1F-5DE5F264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 CONSTANT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4F3D6-C8B6-40A8-A1B3-8355214E1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Constants whose values remain fixed throughout the execution of a program.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 They are typically defined using the "const" keyword in programming languages and cannot be modified after they are initialized. </a:t>
            </a:r>
            <a:endParaRPr lang="en-PH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506991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B98B-3AE9-4A92-AA53-711C098F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 LIBRARIES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F4458-7545-4505-987B-FD15E364A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Libraries that contain precompiled code and are linked to a program at compile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 Static libraries are included in the final executable, which means that all necessary code is bundled with the program, making it self-contained.</a:t>
            </a:r>
          </a:p>
          <a:p>
            <a:pPr marL="0" indent="0">
              <a:buNone/>
            </a:pPr>
            <a:br>
              <a:rPr lang="en-US" dirty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4916571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F48B-E582-46FC-B4C0-CE2AB608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STATIC TYPING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9ABCC-5B64-4339-9323-DDD5B16EA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A programming language feature where variables are associated with specific data types at compile time, and their types cannot change during program execution.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 Static typing helps catch type-related errors early in the development process.</a:t>
            </a:r>
            <a:endParaRPr lang="en-PH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636503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8001-FA34-4778-BDA6-D8ECAE658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solidFill>
                  <a:schemeClr val="accent1"/>
                </a:solidFill>
              </a:rPr>
              <a:t>DYNAMIC</a:t>
            </a:r>
            <a:endParaRPr lang="en-PH" sz="80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3EFE5-68F1-4790-8D0A-2C5E2207C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5386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6F55-6656-4D0D-9099-AD103C43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DYNAMIC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E3DB-1831-47C7-817B-F1F06BCE9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refers to something that is characterized by change, flexibility, or adaptability.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 In computing, dynamic concepts often involve runtime operations or behaviors that can vary based on conditions or inputs</a:t>
            </a:r>
            <a:endParaRPr lang="en-PH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14873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C29D-5E31-4E6E-878F-D9DEB47C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DYNAMIC VARIABLES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A7B27-9AD1-44DC-B531-5270538A2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These are variables whose values can change during the execution of a program.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 Dynamic variables are typically allocated memory at runtime and can be created, modified, or destroyed as needed.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 They are commonly used for storing data that is not known until runtime or that needs to be updated dynamically.</a:t>
            </a:r>
            <a:endParaRPr lang="en-PH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066712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5F9E-6D94-486F-A54D-5A5553B9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DYNAMIC MEMORY ALLOCATION</a:t>
            </a:r>
            <a:endParaRPr lang="en-PH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A335E-CFED-4E40-A62E-963ABF12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This refers to the allocation of memory for variables or data structures during program execution, as opposed to static memory allocation, which occurs at compile time. </a:t>
            </a:r>
            <a:endParaRPr lang="en-PH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390272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726D-9D5A-47B3-9FC1-3879254E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DYNAMIC BEHAVIOR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612F-B693-46CB-B80C-E4FEA317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In programming, dynamic behavior refers to actions or operations that can change based on runtime conditions or inputs.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 This can include things like dynamically loading libraries or modules, changing program behavior based on user input, or adjusting system settings based on environmental factors.</a:t>
            </a:r>
            <a:endParaRPr lang="en-PH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79474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8BB2-7249-40CB-B349-D28B60B5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DYNAMIC LOADING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EFF41-AC5C-4EC2-89EA-0C93E623A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844824"/>
            <a:ext cx="9144000" cy="4267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The process of loading code or libraries into memory at runtime, rather than at program startup.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 Dynamic loading allows for more efficient memory usage by loading code only when it is needed, and it also enables features like plugins and modular application.</a:t>
            </a:r>
          </a:p>
          <a:p>
            <a:pPr marL="0" indent="0">
              <a:buNone/>
            </a:pPr>
            <a:br>
              <a:rPr lang="en-US" dirty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733068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98E8-A8BD-4F07-86B2-61097AAC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DYNAMIC ROUTING</a:t>
            </a:r>
            <a:endParaRPr lang="en-PH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80CD-84FC-4536-AA09-753968E31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Routing protocols in networking that automatically adjust routing tables based on network conditions, such as OSPF (Open Shortest Path First) and RIP (Routing Information Protocol).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+mj-lt"/>
              </a:rPr>
              <a:t>Dynamic routing allows for more efficient and adaptable network traffic management compared to static routing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2652857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2880-BAAA-44DA-A3DC-AB878B95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DYNAMIC BINDING/DISPATCH</a:t>
            </a:r>
            <a:endParaRPr lang="en-PH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8BD2-9110-4EF2-8ABE-8913ACE20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The process of associating method calls with their implementations at runtime, rather than at compile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+mj-lt"/>
              </a:rPr>
              <a:t> Dynamic binding allows for polymorphic behavior, where the appropriate method implementation is determined based on the actual type of the object at runtime.</a:t>
            </a:r>
            <a:br>
              <a:rPr lang="en-US" dirty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567236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60</TotalTime>
  <Words>680</Words>
  <Application>Microsoft Office PowerPoint</Application>
  <PresentationFormat>Widescreen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Candara</vt:lpstr>
      <vt:lpstr>Consolas</vt:lpstr>
      <vt:lpstr>Wingdings</vt:lpstr>
      <vt:lpstr>Tech Computer 16x9</vt:lpstr>
      <vt:lpstr>STATIC vs DYNAMIC</vt:lpstr>
      <vt:lpstr>STATIC</vt:lpstr>
      <vt:lpstr>STATIC</vt:lpstr>
      <vt:lpstr>STATIC VARIABLES</vt:lpstr>
      <vt:lpstr>STATIC MEMORY ALLOCATION</vt:lpstr>
      <vt:lpstr>STATIC BEHAVIOR</vt:lpstr>
      <vt:lpstr>STATIC METHODS AND FUNCTIONS</vt:lpstr>
      <vt:lpstr>STATIC CONSTANT</vt:lpstr>
      <vt:lpstr>STATIC LIBRARIES</vt:lpstr>
      <vt:lpstr>STATIC TYPING</vt:lpstr>
      <vt:lpstr>DYNAMIC</vt:lpstr>
      <vt:lpstr>DYNAMIC</vt:lpstr>
      <vt:lpstr>DYNAMIC VARIABLES</vt:lpstr>
      <vt:lpstr>DYNAMIC MEMORY ALLOCATION</vt:lpstr>
      <vt:lpstr>DYNAMIC BEHAVIOR</vt:lpstr>
      <vt:lpstr>DYNAMIC LOADING</vt:lpstr>
      <vt:lpstr>DYNAMIC ROUTING</vt:lpstr>
      <vt:lpstr>DYNAMIC BINDING/DISPATCH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vs DYNAMIC</dc:title>
  <dc:creator>HP</dc:creator>
  <cp:lastModifiedBy>HP</cp:lastModifiedBy>
  <cp:revision>7</cp:revision>
  <dcterms:created xsi:type="dcterms:W3CDTF">2024-02-19T12:37:15Z</dcterms:created>
  <dcterms:modified xsi:type="dcterms:W3CDTF">2024-02-19T13:38:00Z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
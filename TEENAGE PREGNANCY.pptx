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9/23/2023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9/23/2023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9/23/2023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9/23/2023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9/23/2023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9/23/2023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9/23/2023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9/23/2023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9/23/2023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9/23/2023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9/23/2023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9/23/2023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9/23/2023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9/23/2023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9/23/2023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9/23/2023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9/23/2023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9/23/2023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EE7EA-6E38-4FF8-9AEB-682ABCBAEB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sz="6000" dirty="0">
                <a:solidFill>
                  <a:schemeClr val="accent6">
                    <a:lumMod val="75000"/>
                  </a:schemeClr>
                </a:solidFill>
                <a:latin typeface="Engravers MT" panose="02090707080505020304" pitchFamily="18" charset="0"/>
              </a:rPr>
              <a:t>TEENAGE PREGNANCY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091C66-BF4D-4A07-A0DF-46B8C1D4CD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095884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15EB-F420-4BDB-984A-807AF863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</a:rPr>
              <a:t>WHY WE CHOOSE THIS TOPIC</a:t>
            </a:r>
            <a:r>
              <a:rPr lang="en-PH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77CFD-053A-495E-90D0-564F5E0CB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626" y="2615949"/>
            <a:ext cx="7652870" cy="3416300"/>
          </a:xfrm>
        </p:spPr>
        <p:txBody>
          <a:bodyPr/>
          <a:lstStyle/>
          <a:p>
            <a:r>
              <a:rPr lang="en-US" sz="2400" dirty="0">
                <a:latin typeface="Arial Black" panose="020B0A04020102020204" pitchFamily="34" charset="0"/>
              </a:rPr>
              <a:t>We choose the Topic Teenage Pregnancy so that we can get lessons that we can apply to ourselves until now, and also to keep in mind that not everything happens in a hurry</a:t>
            </a:r>
            <a:r>
              <a:rPr lang="en-US" sz="2400" dirty="0">
                <a:latin typeface="Algerian" panose="04020705040A02060702" pitchFamily="82" charset="0"/>
              </a:rPr>
              <a:t>.</a:t>
            </a:r>
          </a:p>
          <a:p>
            <a:r>
              <a:rPr lang="en-US" sz="2400" dirty="0">
                <a:latin typeface="Arial Black" panose="020B0A04020102020204" pitchFamily="34" charset="0"/>
              </a:rPr>
              <a:t>That everything should be thought carefully before doing something that you know you will regret in the end.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16199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AD967-5A4F-472B-A975-5A5CBED9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800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</a:rPr>
              <a:t>PREGNANCY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AE785-83FA-44EE-B112-3AB4FF5FA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496" y="2643842"/>
            <a:ext cx="7962152" cy="3416300"/>
          </a:xfrm>
        </p:spPr>
        <p:txBody>
          <a:bodyPr/>
          <a:lstStyle/>
          <a:p>
            <a:r>
              <a:rPr lang="en-US" sz="2400" dirty="0">
                <a:latin typeface="Arial Black" panose="020B0A04020102020204" pitchFamily="34" charset="0"/>
              </a:rPr>
              <a:t>Pregnancy among adolescents in Latin America and the Caribbean has become a critical issue, posing significant medical and psychosocial risks.</a:t>
            </a:r>
          </a:p>
          <a:p>
            <a:r>
              <a:rPr lang="en-PH" sz="2400" dirty="0">
                <a:latin typeface="Arial Black" panose="020B0A04020102020204" pitchFamily="34" charset="0"/>
              </a:rPr>
              <a:t>Younger mothers are at a higher risk of developing obstetric fistula, anemia, eclampsia, postpartum </a:t>
            </a:r>
            <a:r>
              <a:rPr lang="en-PH" sz="2400" dirty="0" err="1">
                <a:latin typeface="Arial Black" panose="020B0A04020102020204" pitchFamily="34" charset="0"/>
              </a:rPr>
              <a:t>haemorhage</a:t>
            </a:r>
            <a:r>
              <a:rPr lang="en-PH" sz="2400" dirty="0">
                <a:latin typeface="Arial Black" panose="020B0A04020102020204" pitchFamily="34" charset="0"/>
              </a:rPr>
              <a:t>, and puerperal endometritis</a:t>
            </a:r>
            <a:r>
              <a:rPr lang="en-PH" dirty="0">
                <a:latin typeface="Arial Black" panose="020B0A04020102020204" pitchFamily="34" charset="0"/>
              </a:rPr>
              <a:t>.</a:t>
            </a:r>
          </a:p>
          <a:p>
            <a:endParaRPr lang="en-PH" dirty="0"/>
          </a:p>
        </p:txBody>
      </p:sp>
      <p:pic>
        <p:nvPicPr>
          <p:cNvPr id="1026" name="Picture 2" descr="What is teenage pregnancy? - The Today Posts">
            <a:extLst>
              <a:ext uri="{FF2B5EF4-FFF2-40B4-BE49-F238E27FC236}">
                <a16:creationId xmlns:a16="http://schemas.microsoft.com/office/drawing/2014/main" id="{CA54826C-1DEC-45A1-A9A7-A3967D497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212" y="2325343"/>
            <a:ext cx="4244788" cy="3860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2602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C7548-CF12-4C0D-BE2D-FA094F7F3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800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</a:rPr>
              <a:t>TEEN AGE PREGNANCY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E6134-4744-4A43-BDEC-54F82F287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2657288"/>
            <a:ext cx="7666317" cy="3416300"/>
          </a:xfrm>
        </p:spPr>
        <p:txBody>
          <a:bodyPr/>
          <a:lstStyle/>
          <a:p>
            <a:r>
              <a:rPr lang="en-US" sz="2000" dirty="0">
                <a:latin typeface="Arial Black" panose="020B0A04020102020204" pitchFamily="34" charset="0"/>
              </a:rPr>
              <a:t>elated death is the second leading cause of death after accidents among adolescents 15 to 19 years of age.</a:t>
            </a:r>
          </a:p>
          <a:p>
            <a:r>
              <a:rPr lang="en-US" sz="2000" dirty="0">
                <a:latin typeface="Arial Black" panose="020B0A04020102020204" pitchFamily="34" charset="0"/>
              </a:rPr>
              <a:t>Teenage motherhood is often seen as a step towards adulthood, but it is often linked to sexual violence and pregnancy.</a:t>
            </a:r>
          </a:p>
          <a:p>
            <a:r>
              <a:rPr lang="en-US" sz="2000" dirty="0">
                <a:latin typeface="Arial Black" panose="020B0A04020102020204" pitchFamily="34" charset="0"/>
              </a:rPr>
              <a:t>Despite a decline in fertility in the region, adolescents who have unwanted pregnancies are often denied rights and limited access to health services, information, and sex education.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3E7818-D3AF-4F17-87FD-36F95A31A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553" y="2486958"/>
            <a:ext cx="4204447" cy="375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1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8C03-CB9E-4551-BAA5-E07D0B63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0A821-88B0-4C08-B8E6-8F0E2FDBC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366" y="2616947"/>
            <a:ext cx="7760446" cy="3416300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Despite a decline in fertility in the region, adolescents who have unwanted pregnancies are often denied rights and limited access to health services, information, and sex education.</a:t>
            </a:r>
          </a:p>
          <a:p>
            <a:r>
              <a:rPr lang="en-US" sz="2400" dirty="0">
                <a:latin typeface="Arial Black" panose="020B0A04020102020204" pitchFamily="34" charset="0"/>
              </a:rPr>
              <a:t>In Latin America, rural areas have a higher prevalence of child marriage, particularly among Indigenous adolescents, contributing to intergenerational poverty</a:t>
            </a:r>
            <a:r>
              <a:rPr lang="en-US" sz="2400" dirty="0"/>
              <a:t>.</a:t>
            </a:r>
            <a:endParaRPr lang="en-PH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820DC0-4040-4A64-BBFC-D1E2CB85E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812" y="2447364"/>
            <a:ext cx="4016188" cy="344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735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C42C8-1DC9-4145-BE70-7E71A6766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590" y="960221"/>
            <a:ext cx="8761413" cy="706964"/>
          </a:xfrm>
        </p:spPr>
        <p:txBody>
          <a:bodyPr/>
          <a:lstStyle/>
          <a:p>
            <a:r>
              <a:rPr lang="en-PH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</a:rPr>
              <a:t>GROUP LEARNED ABOUT TEENAGE PREGNANCY.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B845F-11DC-4635-901C-9A7895B07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648" y="2711077"/>
            <a:ext cx="6617446" cy="341630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sz="2000" dirty="0">
                <a:latin typeface="Arial Black" panose="020B0A04020102020204" pitchFamily="34" charset="0"/>
              </a:rPr>
              <a:t>a significant issue affecting females under twenty, causing  </a:t>
            </a:r>
            <a:r>
              <a:rPr lang="en-US" sz="2000" dirty="0" err="1">
                <a:latin typeface="Arial Black" panose="020B0A04020102020204" pitchFamily="34" charset="0"/>
              </a:rPr>
              <a:t>verpopulation</a:t>
            </a:r>
            <a:r>
              <a:rPr lang="en-US" sz="2000" dirty="0">
                <a:latin typeface="Arial Black" panose="020B0A04020102020204" pitchFamily="34" charset="0"/>
              </a:rPr>
              <a:t>, medical risks, prenatal care, and decreased female education.</a:t>
            </a:r>
          </a:p>
          <a:p>
            <a:r>
              <a:rPr lang="en-US" sz="2000" dirty="0">
                <a:latin typeface="Arial Black" panose="020B0A04020102020204" pitchFamily="34" charset="0"/>
              </a:rPr>
              <a:t>To prevent teen pregnancy, we discussed strategies like television programs, fundraising, club support, sexual education, and therapists for pregnant teenagers.</a:t>
            </a:r>
            <a:endParaRPr lang="en-PH" sz="2000" dirty="0">
              <a:latin typeface="Arial Black" panose="020B0A04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3BA67-DF33-4C64-90A6-6CA3D1B36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71" y="2386104"/>
            <a:ext cx="4742329" cy="341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25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521D8-0FB7-457E-ADB2-692F5D8C4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000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</a:rPr>
              <a:t>IMPORTANT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1ADB9-84D8-4B07-BF26-306512816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732" y="2590053"/>
            <a:ext cx="8015940" cy="3416300"/>
          </a:xfrm>
        </p:spPr>
        <p:txBody>
          <a:bodyPr/>
          <a:lstStyle/>
          <a:p>
            <a:r>
              <a:rPr lang="en-US" sz="2000" dirty="0">
                <a:latin typeface="Arial Black" panose="020B0A04020102020204" pitchFamily="34" charset="0"/>
              </a:rPr>
              <a:t>is the huge change that could open your eyes to other aspects of living and life.</a:t>
            </a:r>
          </a:p>
          <a:p>
            <a:r>
              <a:rPr lang="en-US" sz="2000" dirty="0">
                <a:latin typeface="Arial Black" panose="020B0A04020102020204" pitchFamily="34" charset="0"/>
              </a:rPr>
              <a:t>pregnancy isn't easy for everyone especially to those teenagers whose already pregnant. </a:t>
            </a:r>
            <a:br>
              <a:rPr lang="en-US" sz="2000" dirty="0">
                <a:latin typeface="Arial Black" panose="020B0A04020102020204" pitchFamily="34" charset="0"/>
              </a:rPr>
            </a:br>
            <a:endParaRPr lang="en-US" sz="2000" dirty="0">
              <a:latin typeface="Arial Black" panose="020B0A04020102020204" pitchFamily="34" charset="0"/>
            </a:endParaRPr>
          </a:p>
          <a:p>
            <a:r>
              <a:rPr lang="en-US" sz="2000" dirty="0">
                <a:latin typeface="Arial Black" panose="020B0A04020102020204" pitchFamily="34" charset="0"/>
              </a:rPr>
              <a:t>learning to protect yourself is really important you should learn about things before something started to happen and then everything will be to late too turn back.</a:t>
            </a:r>
            <a:endParaRPr lang="en-PH" sz="2000" dirty="0"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EF9CAB-3B22-4D47-AA31-40920A97E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2433916"/>
            <a:ext cx="3733800" cy="442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452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39D6D-7F8E-4452-8517-89651C769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800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</a:rPr>
              <a:t>MORAL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A2B7D-1AA2-4A39-A9BD-B5005AED7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473" y="2630394"/>
            <a:ext cx="6953622" cy="34163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is never let yourself to loose and explore more that can put you up in this situation.</a:t>
            </a:r>
          </a:p>
          <a:p>
            <a:r>
              <a:rPr lang="en-US" sz="2400" dirty="0">
                <a:latin typeface="Arial Black" panose="020B0A04020102020204" pitchFamily="34" charset="0"/>
              </a:rPr>
              <a:t>Don't Start rebelling once more and learn to cope up with having a blessed baby.</a:t>
            </a:r>
            <a:endParaRPr lang="en-PH" sz="2400" dirty="0">
              <a:latin typeface="Arial Black" panose="020B0A04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AFC3B5-8A99-4771-B421-790112151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352" y="2356814"/>
            <a:ext cx="4536141" cy="352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321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AC220-5252-47DD-9A11-476063B25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800" dirty="0">
                <a:latin typeface="Arial Black" panose="020B0A04020102020204" pitchFamily="34" charset="0"/>
              </a:rPr>
              <a:t>NAME OF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12267-BB91-4202-BFDD-1DD442A7E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696822" cy="34163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PH" sz="4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REGINE MACALLAN</a:t>
            </a:r>
          </a:p>
          <a:p>
            <a:endParaRPr lang="en-PH" dirty="0"/>
          </a:p>
          <a:p>
            <a:pPr>
              <a:buFont typeface="Wingdings" panose="05000000000000000000" pitchFamily="2" charset="2"/>
              <a:buChar char="q"/>
            </a:pPr>
            <a:r>
              <a:rPr lang="en-PH" sz="4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JOAN QUIRRE</a:t>
            </a:r>
          </a:p>
          <a:p>
            <a:endParaRPr lang="en-PH" dirty="0"/>
          </a:p>
          <a:p>
            <a:pPr>
              <a:buFont typeface="Wingdings" panose="05000000000000000000" pitchFamily="2" charset="2"/>
              <a:buChar char="q"/>
            </a:pPr>
            <a:r>
              <a:rPr lang="en-PH" sz="4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ROBERT FERNANDEZ</a:t>
            </a:r>
          </a:p>
        </p:txBody>
      </p:sp>
    </p:spTree>
    <p:extLst>
      <p:ext uri="{BB962C8B-B14F-4D97-AF65-F5344CB8AC3E}">
        <p14:creationId xmlns:p14="http://schemas.microsoft.com/office/powerpoint/2010/main" val="27744359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34</TotalTime>
  <Words>400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Algerian</vt:lpstr>
      <vt:lpstr>Arial</vt:lpstr>
      <vt:lpstr>Arial Black</vt:lpstr>
      <vt:lpstr>Century Gothic</vt:lpstr>
      <vt:lpstr>Engravers MT</vt:lpstr>
      <vt:lpstr>Wingdings</vt:lpstr>
      <vt:lpstr>Wingdings 3</vt:lpstr>
      <vt:lpstr>Ion Boardroom</vt:lpstr>
      <vt:lpstr>TEENAGE PREGNANCY</vt:lpstr>
      <vt:lpstr>WHY WE CHOOSE THIS TOPIC?</vt:lpstr>
      <vt:lpstr>PREGNANCY</vt:lpstr>
      <vt:lpstr>TEEN AGE PREGNANCY</vt:lpstr>
      <vt:lpstr>PowerPoint Presentation</vt:lpstr>
      <vt:lpstr>GROUP LEARNED ABOUT TEENAGE PREGNANCY.</vt:lpstr>
      <vt:lpstr>IMPORTANT LESSON</vt:lpstr>
      <vt:lpstr>MORAL LESSON</vt:lpstr>
      <vt:lpstr>NAME OF MEMBERS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TEENAGE PREGNANCY</dc:title>
  <dc:creator>HP</dc:creator>
  <cp:lastModifiedBy>HP</cp:lastModifiedBy>
  <cp:revision>4</cp:revision>
  <dcterms:created xsi:type="dcterms:W3CDTF">2023-09-23T02:28:33Z</dcterms:created>
  <dcterms:modified xsi:type="dcterms:W3CDTF">2023-09-23T03:03:25Z</dcterms:modified>
</cp:coreProperties>
</file>
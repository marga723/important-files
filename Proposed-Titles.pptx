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01" r:id="rId3"/>
    <p:sldId id="300" r:id="rId4"/>
    <p:sldId id="305" r:id="rId5"/>
    <p:sldId id="302" r:id="rId6"/>
    <p:sldId id="318" r:id="rId7"/>
    <p:sldId id="319" r:id="rId8"/>
    <p:sldId id="30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D2AFD8-AAE5-4459-8E9B-D7072A3FBC9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DC958-8E2A-4E9B-B55A-6961BF0D7EE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064125" y="111125"/>
            <a:ext cx="2063750" cy="22790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2" name="Text Box 1"/>
          <p:cNvSpPr txBox="1"/>
          <p:nvPr/>
        </p:nvSpPr>
        <p:spPr>
          <a:xfrm>
            <a:off x="1311910" y="915670"/>
            <a:ext cx="365442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PH" alt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Section</a:t>
            </a:r>
            <a:r>
              <a:rPr lang="en-PH" alt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endParaRPr lang="en-PH" altLang="en-US" sz="2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/>
            <a:r>
              <a:rPr lang="en-US" altLang="en-PH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PH" alt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3A1-1BSCS</a:t>
            </a:r>
            <a:endParaRPr lang="en-PH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PH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881505" y="3429000"/>
            <a:ext cx="588327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PH" alt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Aliparo, Margarette</a:t>
            </a:r>
            <a:endParaRPr lang="en-PH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PH" alt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Azucena, Clarence</a:t>
            </a:r>
            <a:endParaRPr lang="en-PH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PH" alt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Figuracion, John Glenn</a:t>
            </a:r>
            <a:endParaRPr lang="en-PH" altLang="en-US" sz="28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11910" y="2625090"/>
            <a:ext cx="39262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PH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Nunito Sans ExtraBold" charset="0"/>
                <a:cs typeface="Arial" panose="020B0604020202020204" pitchFamily="34" charset="0"/>
                <a:sym typeface="+mn-lt"/>
              </a:rPr>
              <a:t>Member’s Name:</a:t>
            </a:r>
            <a:endParaRPr lang="en-PH" altLang="en-US" sz="3200" b="1" dirty="0">
              <a:solidFill>
                <a:schemeClr val="tx1"/>
              </a:solidFill>
              <a:latin typeface="Arial" panose="020B0604020202020204" pitchFamily="34" charset="0"/>
              <a:ea typeface="Nunito Sans ExtraBold" charset="0"/>
              <a:cs typeface="Arial" panose="020B0604020202020204" pitchFamily="34" charset="0"/>
              <a:sym typeface="+mn-lt"/>
            </a:endParaRPr>
          </a:p>
          <a:p>
            <a:endParaRPr lang="en-PH" altLang="en-US" sz="3200" b="1" dirty="0">
              <a:solidFill>
                <a:schemeClr val="tx1"/>
              </a:solidFill>
              <a:latin typeface="Arial" panose="020B0604020202020204" pitchFamily="34" charset="0"/>
              <a:ea typeface="Nunito Sans ExtraBold" charset="0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2" name="Subtitle 2"/>
          <p:cNvSpPr txBox="1"/>
          <p:nvPr/>
        </p:nvSpPr>
        <p:spPr>
          <a:xfrm>
            <a:off x="1431290" y="779780"/>
            <a:ext cx="9801860" cy="2482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Quiz Arena: Design and Development of an Interactive Quiz System to Improve Student Engagement and Learning Motivation for Senior High School</a:t>
            </a:r>
            <a:endParaRPr lang="en-US" altLang="en-US" sz="4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en-US" sz="4800" b="1" dirty="0">
              <a:solidFill>
                <a:schemeClr val="tx1"/>
              </a:solidFill>
              <a:latin typeface="Arial" panose="020B0604020202020204" pitchFamily="34" charset="0"/>
              <a:ea typeface="Arial Narrow" panose="020B060602020203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2" name="Text Box 1"/>
          <p:cNvSpPr txBox="1"/>
          <p:nvPr/>
        </p:nvSpPr>
        <p:spPr>
          <a:xfrm>
            <a:off x="1737360" y="1918970"/>
            <a:ext cx="88734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Traditional quizzes are often text-based and repetitive, which can reduce student interest and motivation to participate.</a:t>
            </a:r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Low engagement in quizzes may lead to poor learning retention and decreased enthusiasm for studying.</a:t>
            </a:r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An interactive quiz system with visuals, animations, and a user-friendly interface can make quizzes more engaging and enjoyable.</a:t>
            </a:r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 scoring system encourages students to track their performance and strive for improvement.</a:t>
            </a:r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28215" y="906145"/>
            <a:ext cx="2681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Nunito Sans" charset="0"/>
                <a:cs typeface="Arial" panose="020B0604020202020204" pitchFamily="34" charset="0"/>
                <a:sym typeface="Arial" panose="020B0604020202020204" pitchFamily="34" charset="0"/>
              </a:rPr>
              <a:t>Rationale</a:t>
            </a:r>
            <a:endParaRPr lang="en-US" altLang="zh-CN" sz="3200" b="1" dirty="0">
              <a:solidFill>
                <a:schemeClr val="tx1"/>
              </a:solidFill>
              <a:latin typeface="Arial" panose="020B0604020202020204" pitchFamily="34" charset="0"/>
              <a:ea typeface="Nunito Sans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2" name="Subtitle 2"/>
          <p:cNvSpPr txBox="1"/>
          <p:nvPr/>
        </p:nvSpPr>
        <p:spPr>
          <a:xfrm>
            <a:off x="838835" y="1445260"/>
            <a:ext cx="10514965" cy="2482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Peformance Evaluation of Machine</a:t>
            </a:r>
            <a:endParaRPr lang="en-US" altLang="en-US" sz="4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Learning - Based IDS For Securing</a:t>
            </a:r>
            <a:endParaRPr lang="en-US" altLang="en-US" sz="4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Small - Scale Enterprise Networks</a:t>
            </a:r>
            <a:endParaRPr lang="en-US" altLang="en-US" sz="4800" b="1" dirty="0">
              <a:solidFill>
                <a:schemeClr val="tx1"/>
              </a:solidFill>
              <a:latin typeface="Arial" panose="020B0604020202020204" pitchFamily="34" charset="0"/>
              <a:ea typeface="Arial Narrow" panose="020B060602020203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2" name="Text Box 1"/>
          <p:cNvSpPr txBox="1"/>
          <p:nvPr/>
        </p:nvSpPr>
        <p:spPr>
          <a:xfrm>
            <a:off x="1737360" y="1918970"/>
            <a:ext cx="887349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Small - scale enterprises are often soft targets for cybercriminals</a:t>
            </a:r>
            <a:endParaRPr lang="en-US" altLang="en-US" sz="2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Old Security systems only catch known viruses ; Machine Learning can catch new ones</a:t>
            </a:r>
            <a:endParaRPr lang="en-US" altLang="en-US" sz="2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Too many false alarms make people ignore the security system</a:t>
            </a:r>
            <a:endParaRPr lang="en-US" altLang="en-US" sz="2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Hackers attack at night when is business owner is asleep.</a:t>
            </a:r>
            <a:endParaRPr lang="en-US" altLang="en-US" sz="2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Small business don't have power super-computers to run heavy security software</a:t>
            </a:r>
            <a:endParaRPr lang="en-US" altLang="en-US" sz="2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28215" y="906145"/>
            <a:ext cx="2681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Nunito Sans" charset="0"/>
                <a:cs typeface="Arial" panose="020B0604020202020204" pitchFamily="34" charset="0"/>
                <a:sym typeface="Arial" panose="020B0604020202020204" pitchFamily="34" charset="0"/>
              </a:rPr>
              <a:t>Rationale</a:t>
            </a:r>
            <a:endParaRPr lang="en-US" altLang="zh-CN" sz="3200" b="1" dirty="0">
              <a:solidFill>
                <a:schemeClr val="tx1"/>
              </a:solidFill>
              <a:latin typeface="Arial" panose="020B0604020202020204" pitchFamily="34" charset="0"/>
              <a:ea typeface="Nunito Sans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2" name="Text Box 1"/>
          <p:cNvSpPr txBox="1"/>
          <p:nvPr/>
        </p:nvSpPr>
        <p:spPr>
          <a:xfrm>
            <a:off x="2074545" y="1962785"/>
            <a:ext cx="7610475" cy="3630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1500" b="1"/>
              <a:t>THANK YOU!</a:t>
            </a:r>
            <a:endParaRPr lang="en-US" sz="115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1545</Words>
  <Application>WPS Presentation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Arial Black</vt:lpstr>
      <vt:lpstr>LibreBaskerville</vt:lpstr>
      <vt:lpstr>Segoe Print</vt:lpstr>
      <vt:lpstr>Nunito Sans ExtraBold</vt:lpstr>
      <vt:lpstr>Arial Narrow</vt:lpstr>
      <vt:lpstr>Calibri</vt:lpstr>
      <vt:lpstr>Nunito Sans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RURU</dc:creator>
  <cp:lastModifiedBy>Eldi Ar</cp:lastModifiedBy>
  <cp:revision>100</cp:revision>
  <dcterms:created xsi:type="dcterms:W3CDTF">2021-03-17T01:40:00Z</dcterms:created>
  <dcterms:modified xsi:type="dcterms:W3CDTF">2026-02-19T07:18:09Z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FD5C2A7D779246AF842076EC581873A0_13</vt:lpwstr>
  </property>
  <property fmtid="{D5CDD505-2E9C-101B-9397-08002B2CF9AE}" pid="3" name="KSOProductBuildVer">
    <vt:lpwstr>1033-12.1.0.24752</vt:lpwstr>
  </property>
</Properties>
</file>